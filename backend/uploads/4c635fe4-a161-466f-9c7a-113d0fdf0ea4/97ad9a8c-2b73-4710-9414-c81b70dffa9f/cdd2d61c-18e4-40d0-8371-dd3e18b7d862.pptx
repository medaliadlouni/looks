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269" r:id="rId2"/>
  </p:sldIdLst>
  <p:sldSz cx="9144000" cy="5143500" type="screen16x9"/>
  <p:notesSz cx="6858000" cy="9144000"/>
  <p:defaultTextStyle>
    <a:defPPr>
      <a:defRPr lang="fr-FR"/>
    </a:defPPr>
    <a:lvl1pPr marL="0" algn="l" defTabSz="91432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61" algn="l" defTabSz="91432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21" algn="l" defTabSz="91432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82" algn="l" defTabSz="91432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42" algn="l" defTabSz="91432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02" algn="l" defTabSz="91432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63" algn="l" defTabSz="91432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23" algn="l" defTabSz="91432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84" algn="l" defTabSz="91432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5F5F5F"/>
    <a:srgbClr val="234930"/>
    <a:srgbClr val="2F6740"/>
    <a:srgbClr val="1003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635" autoAdjust="0"/>
  </p:normalViewPr>
  <p:slideViewPr>
    <p:cSldViewPr>
      <p:cViewPr varScale="1">
        <p:scale>
          <a:sx n="85" d="100"/>
          <a:sy n="85" d="100"/>
        </p:scale>
        <p:origin x="90" y="144"/>
      </p:cViewPr>
      <p:guideLst>
        <p:guide orient="horz" pos="1620"/>
        <p:guide pos="2880"/>
      </p:guideLst>
    </p:cSldViewPr>
  </p:slideViewPr>
  <p:notesTextViewPr>
    <p:cViewPr>
      <p:scale>
        <a:sx n="400" d="100"/>
        <a:sy n="4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208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DD42F3-2851-4FD1-A4E4-E8C003EF43FB}" type="datetimeFigureOut">
              <a:rPr lang="fr-FR" smtClean="0"/>
              <a:t>16/03/2017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96BC44-52BA-4CA5-89F4-73CA4EFC1B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46448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4031C-42E1-4018-9528-DB099814E380}" type="datetimeFigureOut">
              <a:rPr lang="fr-FR" smtClean="0"/>
              <a:t>16/03/2017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E49DB4-5933-44D8-AB38-15E0F79D2D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7801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2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61" algn="l" defTabSz="91432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21" algn="l" defTabSz="91432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82" algn="l" defTabSz="91432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42" algn="l" defTabSz="91432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02" algn="l" defTabSz="91432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63" algn="l" defTabSz="91432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23" algn="l" defTabSz="91432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84" algn="l" defTabSz="91432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 lIns="91432" tIns="45716" rIns="91432" bIns="45716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 lIns="91432" tIns="45716" rIns="91432" bIns="45716"/>
          <a:lstStyle>
            <a:lvl1pPr marL="0" indent="0" algn="ctr">
              <a:buNone/>
              <a:defRPr/>
            </a:lvl1pPr>
            <a:lvl2pPr marL="457161" indent="0" algn="ctr">
              <a:buNone/>
              <a:defRPr/>
            </a:lvl2pPr>
            <a:lvl3pPr marL="914321" indent="0" algn="ctr">
              <a:buNone/>
              <a:defRPr/>
            </a:lvl3pPr>
            <a:lvl4pPr marL="1371482" indent="0" algn="ctr">
              <a:buNone/>
              <a:defRPr/>
            </a:lvl4pPr>
            <a:lvl5pPr marL="1828642" indent="0" algn="ctr">
              <a:buNone/>
              <a:defRPr/>
            </a:lvl5pPr>
            <a:lvl6pPr marL="2285802" indent="0" algn="ctr">
              <a:buNone/>
              <a:defRPr/>
            </a:lvl6pPr>
            <a:lvl7pPr marL="2742963" indent="0" algn="ctr">
              <a:buNone/>
              <a:defRPr/>
            </a:lvl7pPr>
            <a:lvl8pPr marL="3200123" indent="0" algn="ctr">
              <a:buNone/>
              <a:defRPr/>
            </a:lvl8pPr>
            <a:lvl9pPr marL="3657284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ln/>
        </p:spPr>
        <p:txBody>
          <a:bodyPr lIns="91432" tIns="45716" rIns="91432" bIns="45716"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ln/>
        </p:spPr>
        <p:txBody>
          <a:bodyPr lIns="91432" tIns="45716" rIns="91432" bIns="45716"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  <a:ln/>
        </p:spPr>
        <p:txBody>
          <a:bodyPr lIns="91432" tIns="45716" rIns="91432" bIns="45716"/>
          <a:lstStyle>
            <a:lvl1pPr>
              <a:defRPr/>
            </a:lvl1pPr>
          </a:lstStyle>
          <a:p>
            <a:pPr>
              <a:defRPr/>
            </a:pPr>
            <a:fld id="{187AC275-6989-4EF2-B8B3-4B5D1FF8D448}" type="slidenum">
              <a:rPr lang="fr-FR" smtClean="0">
                <a:solidFill>
                  <a:srgbClr val="000000"/>
                </a:solidFill>
              </a:rPr>
              <a:pPr>
                <a:defRPr/>
              </a:pPr>
              <a:t>‹N°›</a:t>
            </a:fld>
            <a:endParaRPr lang="fr-F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7852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13000">
        <p:fade/>
      </p:transition>
    </mc:Choice>
    <mc:Fallback xmlns="">
      <p:transition spd="slow" advTm="1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</p:spPr>
        <p:txBody>
          <a:bodyPr lIns="91432" tIns="45716" rIns="91432" bIns="45716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</p:spPr>
        <p:txBody>
          <a:bodyPr lIns="91432" tIns="45716" rIns="91432" bIns="45716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ln/>
        </p:spPr>
        <p:txBody>
          <a:bodyPr lIns="91432" tIns="45716" rIns="91432" bIns="45716"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ln/>
        </p:spPr>
        <p:txBody>
          <a:bodyPr lIns="91432" tIns="45716" rIns="91432" bIns="45716"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  <a:ln/>
        </p:spPr>
        <p:txBody>
          <a:bodyPr lIns="91432" tIns="45716" rIns="91432" bIns="45716"/>
          <a:lstStyle>
            <a:lvl1pPr>
              <a:defRPr/>
            </a:lvl1pPr>
          </a:lstStyle>
          <a:p>
            <a:pPr>
              <a:defRPr/>
            </a:pPr>
            <a:fld id="{9F71A194-DCF9-42A8-9D04-42C8AAE7F802}" type="slidenum">
              <a:rPr lang="fr-FR" smtClean="0">
                <a:solidFill>
                  <a:srgbClr val="000000"/>
                </a:solidFill>
              </a:rPr>
              <a:pPr>
                <a:defRPr/>
              </a:pPr>
              <a:t>‹N°›</a:t>
            </a:fld>
            <a:endParaRPr lang="fr-F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472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13000">
        <p:fade/>
      </p:transition>
    </mc:Choice>
    <mc:Fallback xmlns="">
      <p:transition spd="slow" advTm="1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lIns="91432" tIns="45716" rIns="91432" bIns="45716"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lIns="91432" tIns="45716" rIns="91432" bIns="45716" anchor="b"/>
          <a:lstStyle>
            <a:lvl1pPr marL="0" indent="0">
              <a:buNone/>
              <a:defRPr sz="2000"/>
            </a:lvl1pPr>
            <a:lvl2pPr marL="457161" indent="0">
              <a:buNone/>
              <a:defRPr sz="1800"/>
            </a:lvl2pPr>
            <a:lvl3pPr marL="914321" indent="0">
              <a:buNone/>
              <a:defRPr sz="1600"/>
            </a:lvl3pPr>
            <a:lvl4pPr marL="1371482" indent="0">
              <a:buNone/>
              <a:defRPr sz="1400"/>
            </a:lvl4pPr>
            <a:lvl5pPr marL="1828642" indent="0">
              <a:buNone/>
              <a:defRPr sz="1400"/>
            </a:lvl5pPr>
            <a:lvl6pPr marL="2285802" indent="0">
              <a:buNone/>
              <a:defRPr sz="1400"/>
            </a:lvl6pPr>
            <a:lvl7pPr marL="2742963" indent="0">
              <a:buNone/>
              <a:defRPr sz="1400"/>
            </a:lvl7pPr>
            <a:lvl8pPr marL="3200123" indent="0">
              <a:buNone/>
              <a:defRPr sz="1400"/>
            </a:lvl8pPr>
            <a:lvl9pPr marL="3657284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ln/>
        </p:spPr>
        <p:txBody>
          <a:bodyPr lIns="91432" tIns="45716" rIns="91432" bIns="45716"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ln/>
        </p:spPr>
        <p:txBody>
          <a:bodyPr lIns="91432" tIns="45716" rIns="91432" bIns="45716"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  <a:ln/>
        </p:spPr>
        <p:txBody>
          <a:bodyPr lIns="91432" tIns="45716" rIns="91432" bIns="45716"/>
          <a:lstStyle>
            <a:lvl1pPr>
              <a:defRPr/>
            </a:lvl1pPr>
          </a:lstStyle>
          <a:p>
            <a:pPr>
              <a:defRPr/>
            </a:pPr>
            <a:fld id="{AB029F84-2BEC-40A9-A71F-2F02D79E47BB}" type="slidenum">
              <a:rPr lang="fr-FR" smtClean="0">
                <a:solidFill>
                  <a:srgbClr val="000000"/>
                </a:solidFill>
              </a:rPr>
              <a:pPr>
                <a:defRPr/>
              </a:pPr>
              <a:t>‹N°›</a:t>
            </a:fld>
            <a:endParaRPr lang="fr-F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3324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13000">
        <p:fade/>
      </p:transition>
    </mc:Choice>
    <mc:Fallback xmlns="">
      <p:transition spd="slow" advTm="1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</p:spPr>
        <p:txBody>
          <a:bodyPr lIns="91432" tIns="45716" rIns="91432" bIns="45716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  <a:prstGeom prst="rect">
            <a:avLst/>
          </a:prstGeom>
        </p:spPr>
        <p:txBody>
          <a:bodyPr lIns="91432" tIns="45716" rIns="91432" bIns="45716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3086100"/>
          </a:xfrm>
          <a:prstGeom prst="rect">
            <a:avLst/>
          </a:prstGeom>
        </p:spPr>
        <p:txBody>
          <a:bodyPr lIns="91432" tIns="45716" rIns="91432" bIns="45716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ln/>
        </p:spPr>
        <p:txBody>
          <a:bodyPr lIns="91432" tIns="45716" rIns="91432" bIns="45716"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000000"/>
              </a:solidFill>
            </a:endParaRPr>
          </a:p>
        </p:txBody>
      </p:sp>
      <p:sp>
        <p:nvSpPr>
          <p:cNvPr id="6" name="Espace réservé du pied de pag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ln/>
        </p:spPr>
        <p:txBody>
          <a:bodyPr lIns="91432" tIns="45716" rIns="91432" bIns="45716"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000000"/>
              </a:solidFill>
            </a:endParaRPr>
          </a:p>
        </p:txBody>
      </p:sp>
      <p:sp>
        <p:nvSpPr>
          <p:cNvPr id="7" name="Espace réservé du numéro de diapositiv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  <a:ln/>
        </p:spPr>
        <p:txBody>
          <a:bodyPr lIns="91432" tIns="45716" rIns="91432" bIns="45716"/>
          <a:lstStyle>
            <a:lvl1pPr>
              <a:defRPr/>
            </a:lvl1pPr>
          </a:lstStyle>
          <a:p>
            <a:pPr>
              <a:defRPr/>
            </a:pPr>
            <a:fld id="{99BFF652-AED9-4068-836A-D402809B3878}" type="slidenum">
              <a:rPr lang="fr-FR" smtClean="0">
                <a:solidFill>
                  <a:srgbClr val="000000"/>
                </a:solidFill>
              </a:rPr>
              <a:pPr>
                <a:defRPr/>
              </a:pPr>
              <a:t>‹N°›</a:t>
            </a:fld>
            <a:endParaRPr lang="fr-F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8745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13000">
        <p:fade/>
      </p:transition>
    </mc:Choice>
    <mc:Fallback xmlns="">
      <p:transition spd="slow" advTm="13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lIns="91432" tIns="45716" rIns="91432" bIns="45716"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lIns="91432" tIns="45716" rIns="91432" bIns="45716" anchor="b"/>
          <a:lstStyle>
            <a:lvl1pPr marL="0" indent="0">
              <a:buNone/>
              <a:defRPr sz="2400" b="1"/>
            </a:lvl1pPr>
            <a:lvl2pPr marL="457161" indent="0">
              <a:buNone/>
              <a:defRPr sz="2000" b="1"/>
            </a:lvl2pPr>
            <a:lvl3pPr marL="914321" indent="0">
              <a:buNone/>
              <a:defRPr sz="1800" b="1"/>
            </a:lvl3pPr>
            <a:lvl4pPr marL="1371482" indent="0">
              <a:buNone/>
              <a:defRPr sz="1600" b="1"/>
            </a:lvl4pPr>
            <a:lvl5pPr marL="1828642" indent="0">
              <a:buNone/>
              <a:defRPr sz="1600" b="1"/>
            </a:lvl5pPr>
            <a:lvl6pPr marL="2285802" indent="0">
              <a:buNone/>
              <a:defRPr sz="1600" b="1"/>
            </a:lvl6pPr>
            <a:lvl7pPr marL="2742963" indent="0">
              <a:buNone/>
              <a:defRPr sz="1600" b="1"/>
            </a:lvl7pPr>
            <a:lvl8pPr marL="3200123" indent="0">
              <a:buNone/>
              <a:defRPr sz="1600" b="1"/>
            </a:lvl8pPr>
            <a:lvl9pPr marL="3657284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 lIns="91432" tIns="45716" rIns="91432" bIns="45716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  <a:prstGeom prst="rect">
            <a:avLst/>
          </a:prstGeom>
        </p:spPr>
        <p:txBody>
          <a:bodyPr lIns="91432" tIns="45716" rIns="91432" bIns="45716" anchor="b"/>
          <a:lstStyle>
            <a:lvl1pPr marL="0" indent="0">
              <a:buNone/>
              <a:defRPr sz="2400" b="1"/>
            </a:lvl1pPr>
            <a:lvl2pPr marL="457161" indent="0">
              <a:buNone/>
              <a:defRPr sz="2000" b="1"/>
            </a:lvl2pPr>
            <a:lvl3pPr marL="914321" indent="0">
              <a:buNone/>
              <a:defRPr sz="1800" b="1"/>
            </a:lvl3pPr>
            <a:lvl4pPr marL="1371482" indent="0">
              <a:buNone/>
              <a:defRPr sz="1600" b="1"/>
            </a:lvl4pPr>
            <a:lvl5pPr marL="1828642" indent="0">
              <a:buNone/>
              <a:defRPr sz="1600" b="1"/>
            </a:lvl5pPr>
            <a:lvl6pPr marL="2285802" indent="0">
              <a:buNone/>
              <a:defRPr sz="1600" b="1"/>
            </a:lvl6pPr>
            <a:lvl7pPr marL="2742963" indent="0">
              <a:buNone/>
              <a:defRPr sz="1600" b="1"/>
            </a:lvl7pPr>
            <a:lvl8pPr marL="3200123" indent="0">
              <a:buNone/>
              <a:defRPr sz="1600" b="1"/>
            </a:lvl8pPr>
            <a:lvl9pPr marL="3657284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  <a:prstGeom prst="rect">
            <a:avLst/>
          </a:prstGeom>
        </p:spPr>
        <p:txBody>
          <a:bodyPr lIns="91432" tIns="45716" rIns="91432" bIns="45716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ln/>
        </p:spPr>
        <p:txBody>
          <a:bodyPr lIns="91432" tIns="45716" rIns="91432" bIns="45716"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ln/>
        </p:spPr>
        <p:txBody>
          <a:bodyPr lIns="91432" tIns="45716" rIns="91432" bIns="45716"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  <a:ln/>
        </p:spPr>
        <p:txBody>
          <a:bodyPr lIns="91432" tIns="45716" rIns="91432" bIns="45716"/>
          <a:lstStyle>
            <a:lvl1pPr>
              <a:defRPr/>
            </a:lvl1pPr>
          </a:lstStyle>
          <a:p>
            <a:pPr>
              <a:defRPr/>
            </a:pPr>
            <a:fld id="{1FEBFBC9-381D-48A0-87B7-B03F8D3DCBBC}" type="slidenum">
              <a:rPr lang="fr-FR" smtClean="0">
                <a:solidFill>
                  <a:srgbClr val="000000"/>
                </a:solidFill>
              </a:rPr>
              <a:pPr>
                <a:defRPr/>
              </a:pPr>
              <a:t>‹N°›</a:t>
            </a:fld>
            <a:endParaRPr lang="fr-F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2452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13000">
        <p:fade/>
      </p:transition>
    </mc:Choice>
    <mc:Fallback xmlns="">
      <p:transition spd="slow" advTm="13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</p:spPr>
        <p:txBody>
          <a:bodyPr lIns="91432" tIns="45716" rIns="91432" bIns="45716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ln/>
        </p:spPr>
        <p:txBody>
          <a:bodyPr lIns="91432" tIns="45716" rIns="91432" bIns="45716"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ln/>
        </p:spPr>
        <p:txBody>
          <a:bodyPr lIns="91432" tIns="45716" rIns="91432" bIns="45716"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  <a:ln/>
        </p:spPr>
        <p:txBody>
          <a:bodyPr lIns="91432" tIns="45716" rIns="91432" bIns="45716"/>
          <a:lstStyle>
            <a:lvl1pPr>
              <a:defRPr/>
            </a:lvl1pPr>
          </a:lstStyle>
          <a:p>
            <a:pPr>
              <a:defRPr/>
            </a:pPr>
            <a:fld id="{2149CE53-EA48-4955-B1C5-4D07C6EAD0E9}" type="slidenum">
              <a:rPr lang="fr-FR" smtClean="0">
                <a:solidFill>
                  <a:srgbClr val="000000"/>
                </a:solidFill>
              </a:rPr>
              <a:pPr>
                <a:defRPr/>
              </a:pPr>
              <a:t>‹N°›</a:t>
            </a:fld>
            <a:endParaRPr lang="fr-F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976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13000">
        <p:fade/>
      </p:transition>
    </mc:Choice>
    <mc:Fallback xmlns="">
      <p:transition spd="slow" advTm="13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  <a:ln/>
        </p:spPr>
        <p:txBody>
          <a:bodyPr lIns="91432" tIns="45716" rIns="91432" bIns="45716"/>
          <a:lstStyle>
            <a:lvl1pPr>
              <a:defRPr/>
            </a:lvl1pPr>
          </a:lstStyle>
          <a:p>
            <a:pPr>
              <a:defRPr/>
            </a:pPr>
            <a:fld id="{759ED73E-A3B3-4BC0-B299-C6503D12240F}" type="slidenum">
              <a:rPr lang="fr-FR" smtClean="0">
                <a:solidFill>
                  <a:srgbClr val="000000"/>
                </a:solidFill>
              </a:rPr>
              <a:pPr>
                <a:defRPr/>
              </a:pPr>
              <a:t>‹N°›</a:t>
            </a:fld>
            <a:endParaRPr lang="fr-F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2627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13000">
        <p:fade/>
      </p:transition>
    </mc:Choice>
    <mc:Fallback xmlns="">
      <p:transition spd="slow" advTm="13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lIns="91432" tIns="45716" rIns="91432" bIns="45716"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 lIns="91432" tIns="45716" rIns="91432" bIns="45716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1" y="1076327"/>
            <a:ext cx="3008313" cy="3518297"/>
          </a:xfrm>
          <a:prstGeom prst="rect">
            <a:avLst/>
          </a:prstGeom>
        </p:spPr>
        <p:txBody>
          <a:bodyPr lIns="91432" tIns="45716" rIns="91432" bIns="45716"/>
          <a:lstStyle>
            <a:lvl1pPr marL="0" indent="0">
              <a:buNone/>
              <a:defRPr sz="1400"/>
            </a:lvl1pPr>
            <a:lvl2pPr marL="457161" indent="0">
              <a:buNone/>
              <a:defRPr sz="1200"/>
            </a:lvl2pPr>
            <a:lvl3pPr marL="914321" indent="0">
              <a:buNone/>
              <a:defRPr sz="1000"/>
            </a:lvl3pPr>
            <a:lvl4pPr marL="1371482" indent="0">
              <a:buNone/>
              <a:defRPr sz="900"/>
            </a:lvl4pPr>
            <a:lvl5pPr marL="1828642" indent="0">
              <a:buNone/>
              <a:defRPr sz="900"/>
            </a:lvl5pPr>
            <a:lvl6pPr marL="2285802" indent="0">
              <a:buNone/>
              <a:defRPr sz="900"/>
            </a:lvl6pPr>
            <a:lvl7pPr marL="2742963" indent="0">
              <a:buNone/>
              <a:defRPr sz="900"/>
            </a:lvl7pPr>
            <a:lvl8pPr marL="3200123" indent="0">
              <a:buNone/>
              <a:defRPr sz="900"/>
            </a:lvl8pPr>
            <a:lvl9pPr marL="3657284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ln/>
        </p:spPr>
        <p:txBody>
          <a:bodyPr lIns="91432" tIns="45716" rIns="91432" bIns="45716"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000000"/>
              </a:solidFill>
            </a:endParaRPr>
          </a:p>
        </p:txBody>
      </p:sp>
      <p:sp>
        <p:nvSpPr>
          <p:cNvPr id="6" name="Espace réservé du pied de pag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ln/>
        </p:spPr>
        <p:txBody>
          <a:bodyPr lIns="91432" tIns="45716" rIns="91432" bIns="45716"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000000"/>
              </a:solidFill>
            </a:endParaRPr>
          </a:p>
        </p:txBody>
      </p:sp>
      <p:sp>
        <p:nvSpPr>
          <p:cNvPr id="7" name="Espace réservé du numéro de diapositiv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  <a:ln/>
        </p:spPr>
        <p:txBody>
          <a:bodyPr lIns="91432" tIns="45716" rIns="91432" bIns="45716"/>
          <a:lstStyle>
            <a:lvl1pPr>
              <a:defRPr/>
            </a:lvl1pPr>
          </a:lstStyle>
          <a:p>
            <a:pPr>
              <a:defRPr/>
            </a:pPr>
            <a:fld id="{27AE56FA-B2A0-4F49-8E73-C2B06B2203B1}" type="slidenum">
              <a:rPr lang="fr-FR" smtClean="0">
                <a:solidFill>
                  <a:srgbClr val="000000"/>
                </a:solidFill>
              </a:rPr>
              <a:pPr>
                <a:defRPr/>
              </a:pPr>
              <a:t>‹N°›</a:t>
            </a:fld>
            <a:endParaRPr lang="fr-F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6665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13000">
        <p:fade/>
      </p:transition>
    </mc:Choice>
    <mc:Fallback xmlns="">
      <p:transition spd="slow" advTm="13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lIns="91432" tIns="45716" rIns="91432" bIns="45716"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 lIns="91432" tIns="45716" rIns="91432" bIns="45716"/>
          <a:lstStyle>
            <a:lvl1pPr marL="0" indent="0">
              <a:buNone/>
              <a:defRPr sz="3200"/>
            </a:lvl1pPr>
            <a:lvl2pPr marL="457161" indent="0">
              <a:buNone/>
              <a:defRPr sz="2800"/>
            </a:lvl2pPr>
            <a:lvl3pPr marL="914321" indent="0">
              <a:buNone/>
              <a:defRPr sz="2400"/>
            </a:lvl3pPr>
            <a:lvl4pPr marL="1371482" indent="0">
              <a:buNone/>
              <a:defRPr sz="2000"/>
            </a:lvl4pPr>
            <a:lvl5pPr marL="1828642" indent="0">
              <a:buNone/>
              <a:defRPr sz="2000"/>
            </a:lvl5pPr>
            <a:lvl6pPr marL="2285802" indent="0">
              <a:buNone/>
              <a:defRPr sz="2000"/>
            </a:lvl6pPr>
            <a:lvl7pPr marL="2742963" indent="0">
              <a:buNone/>
              <a:defRPr sz="2000"/>
            </a:lvl7pPr>
            <a:lvl8pPr marL="3200123" indent="0">
              <a:buNone/>
              <a:defRPr sz="2000"/>
            </a:lvl8pPr>
            <a:lvl9pPr marL="3657284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 lIns="91432" tIns="45716" rIns="91432" bIns="45716"/>
          <a:lstStyle>
            <a:lvl1pPr marL="0" indent="0">
              <a:buNone/>
              <a:defRPr sz="1400"/>
            </a:lvl1pPr>
            <a:lvl2pPr marL="457161" indent="0">
              <a:buNone/>
              <a:defRPr sz="1200"/>
            </a:lvl2pPr>
            <a:lvl3pPr marL="914321" indent="0">
              <a:buNone/>
              <a:defRPr sz="1000"/>
            </a:lvl3pPr>
            <a:lvl4pPr marL="1371482" indent="0">
              <a:buNone/>
              <a:defRPr sz="900"/>
            </a:lvl4pPr>
            <a:lvl5pPr marL="1828642" indent="0">
              <a:buNone/>
              <a:defRPr sz="900"/>
            </a:lvl5pPr>
            <a:lvl6pPr marL="2285802" indent="0">
              <a:buNone/>
              <a:defRPr sz="900"/>
            </a:lvl6pPr>
            <a:lvl7pPr marL="2742963" indent="0">
              <a:buNone/>
              <a:defRPr sz="900"/>
            </a:lvl7pPr>
            <a:lvl8pPr marL="3200123" indent="0">
              <a:buNone/>
              <a:defRPr sz="900"/>
            </a:lvl8pPr>
            <a:lvl9pPr marL="3657284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ln/>
        </p:spPr>
        <p:txBody>
          <a:bodyPr lIns="91432" tIns="45716" rIns="91432" bIns="45716"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000000"/>
              </a:solidFill>
            </a:endParaRPr>
          </a:p>
        </p:txBody>
      </p:sp>
      <p:sp>
        <p:nvSpPr>
          <p:cNvPr id="6" name="Espace réservé du pied de pag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ln/>
        </p:spPr>
        <p:txBody>
          <a:bodyPr lIns="91432" tIns="45716" rIns="91432" bIns="45716"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000000"/>
              </a:solidFill>
            </a:endParaRPr>
          </a:p>
        </p:txBody>
      </p:sp>
      <p:sp>
        <p:nvSpPr>
          <p:cNvPr id="7" name="Espace réservé du numéro de diapositiv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  <a:ln/>
        </p:spPr>
        <p:txBody>
          <a:bodyPr lIns="91432" tIns="45716" rIns="91432" bIns="45716"/>
          <a:lstStyle>
            <a:lvl1pPr>
              <a:defRPr/>
            </a:lvl1pPr>
          </a:lstStyle>
          <a:p>
            <a:pPr>
              <a:defRPr/>
            </a:pPr>
            <a:fld id="{09040840-FA1D-4D52-BECF-DAE0C10FECEE}" type="slidenum">
              <a:rPr lang="fr-FR" smtClean="0">
                <a:solidFill>
                  <a:srgbClr val="000000"/>
                </a:solidFill>
              </a:rPr>
              <a:pPr>
                <a:defRPr/>
              </a:pPr>
              <a:t>‹N°›</a:t>
            </a:fld>
            <a:endParaRPr lang="fr-F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2418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13000">
        <p:fade/>
      </p:transition>
    </mc:Choice>
    <mc:Fallback xmlns="">
      <p:transition spd="slow" advTm="1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</p:spPr>
        <p:txBody>
          <a:bodyPr lIns="91432" tIns="45716" rIns="91432" bIns="45716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</p:spPr>
        <p:txBody>
          <a:bodyPr vert="eaVert" lIns="91432" tIns="45716" rIns="91432" bIns="45716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ln/>
        </p:spPr>
        <p:txBody>
          <a:bodyPr lIns="91432" tIns="45716" rIns="91432" bIns="45716"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ln/>
        </p:spPr>
        <p:txBody>
          <a:bodyPr lIns="91432" tIns="45716" rIns="91432" bIns="45716"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  <a:ln/>
        </p:spPr>
        <p:txBody>
          <a:bodyPr lIns="91432" tIns="45716" rIns="91432" bIns="45716"/>
          <a:lstStyle>
            <a:lvl1pPr>
              <a:defRPr/>
            </a:lvl1pPr>
          </a:lstStyle>
          <a:p>
            <a:pPr>
              <a:defRPr/>
            </a:pPr>
            <a:fld id="{191E48B8-3754-4E1A-B0CF-0ABA5CC59269}" type="slidenum">
              <a:rPr lang="fr-FR" smtClean="0">
                <a:solidFill>
                  <a:srgbClr val="000000"/>
                </a:solidFill>
              </a:rPr>
              <a:pPr>
                <a:defRPr/>
              </a:pPr>
              <a:t>‹N°›</a:t>
            </a:fld>
            <a:endParaRPr lang="fr-F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0963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13000">
        <p:fade/>
      </p:transition>
    </mc:Choice>
    <mc:Fallback xmlns="">
      <p:transition spd="slow" advTm="1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4114800"/>
          </a:xfrm>
          <a:prstGeom prst="rect">
            <a:avLst/>
          </a:prstGeom>
        </p:spPr>
        <p:txBody>
          <a:bodyPr vert="eaVert" lIns="91432" tIns="45716" rIns="91432" bIns="45716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4114800"/>
          </a:xfrm>
          <a:prstGeom prst="rect">
            <a:avLst/>
          </a:prstGeom>
        </p:spPr>
        <p:txBody>
          <a:bodyPr vert="eaVert" lIns="91432" tIns="45716" rIns="91432" bIns="45716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ln/>
        </p:spPr>
        <p:txBody>
          <a:bodyPr lIns="91432" tIns="45716" rIns="91432" bIns="45716"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ln/>
        </p:spPr>
        <p:txBody>
          <a:bodyPr lIns="91432" tIns="45716" rIns="91432" bIns="45716"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  <a:ln/>
        </p:spPr>
        <p:txBody>
          <a:bodyPr lIns="91432" tIns="45716" rIns="91432" bIns="45716"/>
          <a:lstStyle>
            <a:lvl1pPr>
              <a:defRPr/>
            </a:lvl1pPr>
          </a:lstStyle>
          <a:p>
            <a:pPr>
              <a:defRPr/>
            </a:pPr>
            <a:fld id="{0C0F4B88-BBAE-479D-B6E3-40068DC69A62}" type="slidenum">
              <a:rPr lang="fr-FR" smtClean="0">
                <a:solidFill>
                  <a:srgbClr val="000000"/>
                </a:solidFill>
              </a:rPr>
              <a:pPr>
                <a:defRPr/>
              </a:pPr>
              <a:t>‹N°›</a:t>
            </a:fld>
            <a:endParaRPr lang="fr-F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728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13000">
        <p:fade/>
      </p:transition>
    </mc:Choice>
    <mc:Fallback xmlns="">
      <p:transition spd="slow" advTm="1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8316416" y="4876006"/>
            <a:ext cx="648072" cy="29594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77"/>
            <a:ext cx="9144000" cy="512854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" y="-3103"/>
            <a:ext cx="1280697" cy="368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619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 advTm="13000">
        <p:fade/>
      </p:transition>
    </mc:Choice>
    <mc:Fallback xmlns="">
      <p:transition spd="slow" advTm="13000">
        <p:fade/>
      </p:transition>
    </mc:Fallback>
  </mc:AlternateConten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  <a:ea typeface="ＭＳ Ｐゴシック" charset="-128"/>
        </a:defRPr>
      </a:lvl5pPr>
      <a:lvl6pPr marL="457161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6pPr>
      <a:lvl7pPr marL="914321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7pPr>
      <a:lvl8pPr marL="1371482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8pPr>
      <a:lvl9pPr marL="1828642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9pPr>
    </p:titleStyle>
    <p:bodyStyle>
      <a:lvl1pPr marL="342870" indent="-34287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-128"/>
          <a:cs typeface="+mn-cs"/>
        </a:defRPr>
      </a:lvl1pPr>
      <a:lvl2pPr marL="742886" indent="-285725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2901" indent="-22858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062" indent="-22858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222" indent="-22858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383" indent="-22858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543" indent="-22858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8704" indent="-22858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5864" indent="-22858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fr-FR"/>
      </a:defPPr>
      <a:lvl1pPr marL="0" algn="l" defTabSz="4571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1" algn="l" defTabSz="4571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21" algn="l" defTabSz="4571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82" algn="l" defTabSz="4571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42" algn="l" defTabSz="4571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02" algn="l" defTabSz="4571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63" algn="l" defTabSz="4571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23" algn="l" defTabSz="4571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84" algn="l" defTabSz="45716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20"/>
          <p:cNvSpPr txBox="1">
            <a:spLocks noChangeArrowheads="1"/>
          </p:cNvSpPr>
          <p:nvPr/>
        </p:nvSpPr>
        <p:spPr bwMode="auto">
          <a:xfrm>
            <a:off x="-1" y="127749"/>
            <a:ext cx="9119129" cy="275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3964" tIns="21982" rIns="43964" bIns="21982">
            <a:spAutoFit/>
          </a:bodyPr>
          <a:lstStyle>
            <a:lvl1pPr defTabSz="2794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2794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94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94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94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9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9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9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9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fr-FR" sz="1500" b="1" cap="all" dirty="0" smtClean="0">
                <a:latin typeface="Arial Black"/>
                <a:cs typeface="Arial Black"/>
              </a:rPr>
              <a:t>TITRE DU STAGE</a:t>
            </a:r>
            <a:endParaRPr lang="fr-FR" sz="1500" b="1" cap="all" dirty="0">
              <a:latin typeface="Arial Black"/>
              <a:cs typeface="Arial Black"/>
            </a:endParaRPr>
          </a:p>
        </p:txBody>
      </p:sp>
      <p:sp>
        <p:nvSpPr>
          <p:cNvPr id="5" name="Text Box 421"/>
          <p:cNvSpPr txBox="1">
            <a:spLocks noChangeArrowheads="1"/>
          </p:cNvSpPr>
          <p:nvPr/>
        </p:nvSpPr>
        <p:spPr bwMode="auto">
          <a:xfrm>
            <a:off x="-1" y="352308"/>
            <a:ext cx="9144002" cy="275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3964" tIns="21982" rIns="43964" bIns="21982">
            <a:spAutoFit/>
          </a:bodyPr>
          <a:lstStyle>
            <a:lvl1pPr defTabSz="2794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2794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94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94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94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9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9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9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9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fr-FR" sz="1500" b="1" dirty="0" smtClean="0">
                <a:solidFill>
                  <a:srgbClr val="000000"/>
                </a:solidFill>
                <a:latin typeface="Arial Narrow" pitchFamily="34" charset="0"/>
              </a:rPr>
              <a:t>Prénom NOM du stagiaire – </a:t>
            </a:r>
            <a:r>
              <a:rPr lang="en-US" sz="1500" i="1" dirty="0" smtClean="0">
                <a:latin typeface="Arial Narrow"/>
                <a:cs typeface="Arial Narrow"/>
              </a:rPr>
              <a:t>Lieu du stage</a:t>
            </a:r>
            <a:endParaRPr lang="fr-FR" sz="1500" i="1" baseline="30000" dirty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-9228" y="630877"/>
            <a:ext cx="9144000" cy="318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nThick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8020" tIns="14010" rIns="28020" bIns="14010" anchor="ctr"/>
          <a:lstStyle/>
          <a:p>
            <a:pPr algn="ctr" defTabSz="914321">
              <a:tabLst>
                <a:tab pos="357126" algn="l"/>
              </a:tabLst>
            </a:pPr>
            <a:r>
              <a:rPr lang="fr-FR" sz="1400" b="1" dirty="0">
                <a:solidFill>
                  <a:srgbClr val="CC0000"/>
                </a:solidFill>
                <a:latin typeface="Arial Black" pitchFamily="34" charset="0"/>
              </a:rPr>
              <a:t>Introduction</a:t>
            </a:r>
          </a:p>
        </p:txBody>
      </p:sp>
      <p:sp>
        <p:nvSpPr>
          <p:cNvPr id="7" name="Text Box 736"/>
          <p:cNvSpPr txBox="1">
            <a:spLocks noChangeArrowheads="1"/>
          </p:cNvSpPr>
          <p:nvPr/>
        </p:nvSpPr>
        <p:spPr bwMode="auto">
          <a:xfrm>
            <a:off x="501906" y="973192"/>
            <a:ext cx="4062950" cy="52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7882" tIns="8941" rIns="17882" bIns="8941">
            <a:spAutoFit/>
          </a:bodyPr>
          <a:lstStyle>
            <a:lvl1pPr defTabSz="2794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2794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94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94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94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9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9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9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9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fr-FR" sz="1400" dirty="0" smtClean="0">
                <a:solidFill>
                  <a:srgbClr val="000066"/>
                </a:solidFill>
                <a:latin typeface="Impact" pitchFamily="34" charset="0"/>
              </a:rPr>
              <a:t>Contexte</a:t>
            </a:r>
            <a:endParaRPr lang="fr-FR" sz="1400" dirty="0">
              <a:solidFill>
                <a:srgbClr val="000066"/>
              </a:solidFill>
              <a:latin typeface="Impact" pitchFamily="34" charset="0"/>
            </a:endParaRPr>
          </a:p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</a:pPr>
            <a:endParaRPr lang="fr-FR" sz="300" dirty="0">
              <a:solidFill>
                <a:srgbClr val="000066"/>
              </a:solidFill>
              <a:latin typeface="Impact" pitchFamily="34" charset="0"/>
            </a:endParaRPr>
          </a:p>
          <a:p>
            <a:pPr marL="146050" indent="-146050" algn="just" defTabSz="253956" eaLnBrk="1" fontAlgn="base" hangingPunct="1">
              <a:spcBef>
                <a:spcPct val="0"/>
              </a:spcBef>
              <a:spcAft>
                <a:spcPct val="0"/>
              </a:spcAft>
              <a:buFont typeface="Wingdings 3" pitchFamily="18" charset="2"/>
              <a:buChar char=""/>
            </a:pPr>
            <a:r>
              <a:rPr lang="fr-FR" sz="800" dirty="0">
                <a:solidFill>
                  <a:srgbClr val="000000"/>
                </a:solidFill>
                <a:latin typeface="Arial Narrow" panose="020B0606020202030204" pitchFamily="34" charset="0"/>
                <a:cs typeface="Arial" pitchFamily="34" charset="0"/>
              </a:rPr>
              <a:t>Rappeler les compétences de l'entreprise, le contexte dans lequel s'inscrit votre projet, le besoin de l'entreprise.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148" y="934481"/>
            <a:ext cx="8809491" cy="90315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870" tIns="8935" rIns="17870" bIns="8935" anchor="ctr"/>
          <a:lstStyle/>
          <a:p>
            <a:pPr algn="ctr" defTabSz="583113" fontAlgn="base">
              <a:spcBef>
                <a:spcPct val="0"/>
              </a:spcBef>
              <a:spcAft>
                <a:spcPct val="0"/>
              </a:spcAft>
              <a:defRPr/>
            </a:pPr>
            <a:endParaRPr lang="fr-FR">
              <a:solidFill>
                <a:srgbClr val="FFFFFF"/>
              </a:solidFill>
            </a:endParaRPr>
          </a:p>
        </p:txBody>
      </p:sp>
      <p:sp>
        <p:nvSpPr>
          <p:cNvPr id="9" name="Text Box 736"/>
          <p:cNvSpPr txBox="1">
            <a:spLocks noChangeArrowheads="1"/>
          </p:cNvSpPr>
          <p:nvPr/>
        </p:nvSpPr>
        <p:spPr bwMode="auto">
          <a:xfrm>
            <a:off x="4902052" y="973192"/>
            <a:ext cx="4033384" cy="849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7882" tIns="8941" rIns="17882" bIns="8941">
            <a:spAutoFit/>
          </a:bodyPr>
          <a:lstStyle>
            <a:lvl1pPr defTabSz="2794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2794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94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94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94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9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9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9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9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fr-FR" sz="1300" dirty="0">
                <a:solidFill>
                  <a:srgbClr val="000066"/>
                </a:solidFill>
                <a:latin typeface="Impact" pitchFamily="34" charset="0"/>
              </a:rPr>
              <a:t>Objectifs 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fr-FR" sz="200" dirty="0">
              <a:solidFill>
                <a:srgbClr val="000066"/>
              </a:solidFill>
              <a:latin typeface="Impact" pitchFamily="34" charset="0"/>
            </a:endParaRPr>
          </a:p>
          <a:p>
            <a:pPr marL="166688" indent="-166688" algn="just" defTabSz="253956" eaLnBrk="1" fontAlgn="base" hangingPunct="1">
              <a:spcBef>
                <a:spcPct val="0"/>
              </a:spcBef>
              <a:spcAft>
                <a:spcPct val="0"/>
              </a:spcAft>
              <a:buFont typeface="Wingdings 3" pitchFamily="18" charset="2"/>
              <a:buChar char=""/>
            </a:pPr>
            <a:r>
              <a:rPr lang="fr-FR" sz="800" dirty="0">
                <a:latin typeface="Arial Narrow" panose="020B0606020202030204" pitchFamily="34" charset="0"/>
              </a:rPr>
              <a:t>Objectifs à réaliser.</a:t>
            </a:r>
          </a:p>
          <a:p>
            <a:pPr algn="just" defTabSz="253956" eaLnBrk="1" hangingPunct="1"/>
            <a:endParaRPr lang="fr-FR" sz="400" dirty="0" smtClean="0"/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fr-FR" sz="1300" dirty="0">
                <a:solidFill>
                  <a:srgbClr val="000066"/>
                </a:solidFill>
                <a:latin typeface="Impact" pitchFamily="34" charset="0"/>
              </a:rPr>
              <a:t>Proposition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fr-FR" sz="100" dirty="0">
              <a:solidFill>
                <a:srgbClr val="000066"/>
              </a:solidFill>
              <a:latin typeface="Impact" pitchFamily="34" charset="0"/>
            </a:endParaRPr>
          </a:p>
          <a:p>
            <a:pPr marL="166688" indent="-166688" algn="just" defTabSz="253956" eaLnBrk="1" fontAlgn="base" hangingPunct="1">
              <a:spcBef>
                <a:spcPct val="0"/>
              </a:spcBef>
              <a:spcAft>
                <a:spcPct val="0"/>
              </a:spcAft>
              <a:buFont typeface="Wingdings 3" pitchFamily="18" charset="2"/>
              <a:buChar char=""/>
            </a:pPr>
            <a:r>
              <a:rPr lang="fr-FR" sz="800" dirty="0">
                <a:latin typeface="Arial Narrow" panose="020B0606020202030204" pitchFamily="34" charset="0"/>
              </a:rPr>
              <a:t>De manière synthétique quelle solution avez-vous proposé.</a:t>
            </a:r>
          </a:p>
          <a:p>
            <a:pPr marL="342840" indent="-342840" eaLnBrk="1" hangingPunct="1">
              <a:buBlip>
                <a:blip r:embed="rId2"/>
              </a:buBlip>
            </a:pPr>
            <a:endParaRPr lang="fr-FR" sz="100" dirty="0">
              <a:solidFill>
                <a:srgbClr val="000066"/>
              </a:solidFill>
              <a:latin typeface="Impact" pitchFamily="34" charset="0"/>
            </a:endParaRPr>
          </a:p>
          <a:p>
            <a:pPr marL="158750" indent="-158750" algn="just" defTabSz="253956" eaLnBrk="1" hangingPunct="1">
              <a:buFont typeface="Wingdings 3" pitchFamily="18" charset="2"/>
              <a:buChar char=""/>
            </a:pPr>
            <a:endParaRPr lang="fr-FR" sz="2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0" name="Connecteur droit 9"/>
          <p:cNvCxnSpPr/>
          <p:nvPr/>
        </p:nvCxnSpPr>
        <p:spPr>
          <a:xfrm flipV="1">
            <a:off x="588147" y="2752650"/>
            <a:ext cx="8160317" cy="1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28148" y="2165434"/>
            <a:ext cx="8809491" cy="18493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870" tIns="8935" rIns="17870" bIns="8935" anchor="ctr"/>
          <a:lstStyle/>
          <a:p>
            <a:pPr algn="ctr" defTabSz="583113" fontAlgn="base">
              <a:spcBef>
                <a:spcPct val="0"/>
              </a:spcBef>
              <a:spcAft>
                <a:spcPct val="0"/>
              </a:spcAft>
              <a:defRPr/>
            </a:pPr>
            <a:endParaRPr lang="fr-FR">
              <a:solidFill>
                <a:srgbClr val="FFFFFF"/>
              </a:solidFill>
            </a:endParaRPr>
          </a:p>
        </p:txBody>
      </p:sp>
      <p:sp>
        <p:nvSpPr>
          <p:cNvPr id="12" name="Text Box 736"/>
          <p:cNvSpPr txBox="1">
            <a:spLocks noChangeArrowheads="1"/>
          </p:cNvSpPr>
          <p:nvPr/>
        </p:nvSpPr>
        <p:spPr bwMode="auto">
          <a:xfrm>
            <a:off x="299227" y="2171746"/>
            <a:ext cx="4272774" cy="413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8039" tIns="14019" rIns="28039" bIns="14019">
            <a:spAutoFit/>
          </a:bodyPr>
          <a:lstStyle>
            <a:lvl1pPr defTabSz="2794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2794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94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94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94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9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9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9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9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fr-FR" sz="1300" dirty="0">
                <a:solidFill>
                  <a:srgbClr val="000066"/>
                </a:solidFill>
                <a:latin typeface="Impact" pitchFamily="34" charset="0"/>
              </a:rPr>
              <a:t>Description du </a:t>
            </a:r>
            <a:r>
              <a:rPr lang="fr-FR" sz="1300" dirty="0" smtClean="0">
                <a:solidFill>
                  <a:srgbClr val="000066"/>
                </a:solidFill>
                <a:latin typeface="Impact" pitchFamily="34" charset="0"/>
              </a:rPr>
              <a:t>projet</a:t>
            </a:r>
          </a:p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</a:pPr>
            <a:endParaRPr lang="fr-FR" sz="400" dirty="0">
              <a:solidFill>
                <a:srgbClr val="000066"/>
              </a:solidFill>
              <a:latin typeface="Impact" pitchFamily="34" charset="0"/>
            </a:endParaRPr>
          </a:p>
          <a:p>
            <a:pPr marL="146050" indent="-146050" algn="just" defTabSz="253956" eaLnBrk="1" fontAlgn="base" hangingPunct="1">
              <a:spcBef>
                <a:spcPct val="0"/>
              </a:spcBef>
              <a:spcAft>
                <a:spcPct val="0"/>
              </a:spcAft>
              <a:buFont typeface="Wingdings 3" pitchFamily="18" charset="2"/>
              <a:buChar char=""/>
            </a:pPr>
            <a:r>
              <a:rPr lang="fr-FR" sz="800" dirty="0">
                <a:latin typeface="Arial Narrow" panose="020B0606020202030204" pitchFamily="34" charset="0"/>
              </a:rPr>
              <a:t>Description et évolution du projet : rappel des grandes lignes du projet en soulignant les parties importantes</a:t>
            </a:r>
            <a:r>
              <a:rPr lang="fr-FR" sz="800" dirty="0" smtClean="0">
                <a:latin typeface="Arial Narrow" panose="020B0606020202030204" pitchFamily="34" charset="0"/>
              </a:rPr>
              <a:t>.</a:t>
            </a:r>
          </a:p>
        </p:txBody>
      </p:sp>
      <p:sp>
        <p:nvSpPr>
          <p:cNvPr id="13" name="Rectangle 1091"/>
          <p:cNvSpPr>
            <a:spLocks noChangeArrowheads="1"/>
          </p:cNvSpPr>
          <p:nvPr/>
        </p:nvSpPr>
        <p:spPr bwMode="auto">
          <a:xfrm>
            <a:off x="4902052" y="2420321"/>
            <a:ext cx="3949445" cy="274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8020" tIns="14010" rIns="28020" bIns="14010">
            <a:spAutoFit/>
          </a:bodyPr>
          <a:lstStyle/>
          <a:p>
            <a:pPr marL="146050" indent="-146050" algn="just" defTabSz="253956" fontAlgn="base">
              <a:spcBef>
                <a:spcPct val="0"/>
              </a:spcBef>
              <a:spcAft>
                <a:spcPct val="0"/>
              </a:spcAft>
              <a:buFont typeface="Wingdings 3" pitchFamily="18" charset="2"/>
              <a:buChar char=""/>
            </a:pPr>
            <a:r>
              <a:rPr lang="fr-FR" sz="800" dirty="0">
                <a:latin typeface="Arial Narrow" panose="020B0606020202030204" pitchFamily="34" charset="0"/>
              </a:rPr>
              <a:t>Cahier des charges définitif, analyse des points durs.</a:t>
            </a:r>
          </a:p>
          <a:p>
            <a:pPr marL="146050" indent="-146050" algn="just" defTabSz="253956" fontAlgn="base">
              <a:spcBef>
                <a:spcPct val="0"/>
              </a:spcBef>
              <a:spcAft>
                <a:spcPct val="0"/>
              </a:spcAft>
              <a:buFont typeface="Wingdings 3" pitchFamily="18" charset="2"/>
              <a:buChar char=""/>
            </a:pPr>
            <a:r>
              <a:rPr lang="fr-FR" sz="800" dirty="0">
                <a:latin typeface="Arial Narrow" panose="020B0606020202030204" pitchFamily="34" charset="0"/>
              </a:rPr>
              <a:t>Solutions envisagées, solutions retenues..</a:t>
            </a: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0003" y="1814990"/>
            <a:ext cx="9133523" cy="402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nThick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8020" tIns="14010" rIns="28020" bIns="14010" anchor="ctr"/>
          <a:lstStyle/>
          <a:p>
            <a:pPr algn="ctr" defTabSz="914321">
              <a:tabLst>
                <a:tab pos="357126" algn="l"/>
              </a:tabLst>
            </a:pPr>
            <a:r>
              <a:rPr lang="fr-FR" sz="1400" b="1" dirty="0">
                <a:solidFill>
                  <a:srgbClr val="CC0000"/>
                </a:solidFill>
                <a:latin typeface="Arial Black" pitchFamily="34" charset="0"/>
              </a:rPr>
              <a:t>Déroulement du projet</a:t>
            </a:r>
          </a:p>
        </p:txBody>
      </p:sp>
      <p:sp>
        <p:nvSpPr>
          <p:cNvPr id="15" name="Text Box 736"/>
          <p:cNvSpPr txBox="1">
            <a:spLocks noChangeArrowheads="1"/>
          </p:cNvSpPr>
          <p:nvPr/>
        </p:nvSpPr>
        <p:spPr bwMode="auto">
          <a:xfrm>
            <a:off x="4902052" y="2875648"/>
            <a:ext cx="3974430" cy="520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8039" tIns="14019" rIns="28039" bIns="14019">
            <a:spAutoFit/>
          </a:bodyPr>
          <a:lstStyle>
            <a:lvl1pPr defTabSz="2794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2794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94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94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94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9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9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9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9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268834" indent="-268834" algn="just" defTabSz="253956" eaLnBrk="1" hangingPunct="1">
              <a:buFont typeface="Wingdings 3" pitchFamily="18" charset="2"/>
              <a:buChar char=""/>
            </a:pPr>
            <a:endParaRPr lang="fr-FR" sz="800" dirty="0">
              <a:latin typeface="Arial Narrow" panose="020B0606020202030204" pitchFamily="34" charset="0"/>
            </a:endParaRPr>
          </a:p>
          <a:p>
            <a:pPr marL="146050" indent="-146050" algn="just" defTabSz="253956" eaLnBrk="1" fontAlgn="base" hangingPunct="1">
              <a:spcBef>
                <a:spcPct val="0"/>
              </a:spcBef>
              <a:spcAft>
                <a:spcPct val="0"/>
              </a:spcAft>
              <a:buFont typeface="Wingdings 3" pitchFamily="18" charset="2"/>
              <a:buChar char=""/>
            </a:pPr>
            <a:r>
              <a:rPr lang="fr-FR" sz="800" dirty="0">
                <a:latin typeface="Arial Narrow" panose="020B0606020202030204" pitchFamily="34" charset="0"/>
              </a:rPr>
              <a:t>L'analyse des résultats est un point clé qui a pour but de quantifier les performances et limites de l'approche proposée pour vérifier dans quelles mesures cette approche répond ou non au besoin énoncé au lancement du projet</a:t>
            </a:r>
            <a:r>
              <a:rPr lang="fr-FR" sz="800" dirty="0" smtClean="0">
                <a:latin typeface="Arial Narrow" panose="020B0606020202030204" pitchFamily="34" charset="0"/>
              </a:rPr>
              <a:t>.</a:t>
            </a:r>
            <a:endParaRPr lang="fr-FR" sz="800" dirty="0">
              <a:latin typeface="Arial Narrow" panose="020B0606020202030204" pitchFamily="34" charset="0"/>
            </a:endParaRP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9671" y="3972033"/>
            <a:ext cx="9115674" cy="376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nThick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8020" tIns="14010" rIns="28020" bIns="14010" anchor="ctr"/>
          <a:lstStyle/>
          <a:p>
            <a:pPr algn="ctr" defTabSz="914321">
              <a:tabLst>
                <a:tab pos="357126" algn="l"/>
              </a:tabLst>
            </a:pPr>
            <a:r>
              <a:rPr lang="fr-FR" sz="1400" b="1" dirty="0">
                <a:solidFill>
                  <a:srgbClr val="CC0000"/>
                </a:solidFill>
                <a:latin typeface="Arial Black" pitchFamily="34" charset="0"/>
              </a:rPr>
              <a:t>Conclusion</a:t>
            </a:r>
          </a:p>
        </p:txBody>
      </p:sp>
      <p:sp>
        <p:nvSpPr>
          <p:cNvPr id="17" name="Text Box 736"/>
          <p:cNvSpPr txBox="1">
            <a:spLocks noChangeArrowheads="1"/>
          </p:cNvSpPr>
          <p:nvPr/>
        </p:nvSpPr>
        <p:spPr bwMode="auto">
          <a:xfrm>
            <a:off x="327932" y="4350580"/>
            <a:ext cx="4215363" cy="151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8039" tIns="14019" rIns="28039" bIns="14019">
            <a:spAutoFit/>
          </a:bodyPr>
          <a:lstStyle>
            <a:lvl1pPr defTabSz="2794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2794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94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94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94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9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9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9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9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146050" indent="-146050" algn="just" defTabSz="253956" eaLnBrk="1" fontAlgn="base" hangingPunct="1">
              <a:spcBef>
                <a:spcPct val="0"/>
              </a:spcBef>
              <a:spcAft>
                <a:spcPct val="0"/>
              </a:spcAft>
              <a:buFont typeface="Wingdings 3" pitchFamily="18" charset="2"/>
              <a:buChar char=""/>
            </a:pPr>
            <a:r>
              <a:rPr lang="fr-FR" sz="800" dirty="0">
                <a:latin typeface="Arial Narrow" panose="020B0606020202030204" pitchFamily="34" charset="0"/>
              </a:rPr>
              <a:t>Rappel des points clés : spécificités de l'étude, résultats obtenus à retenir.</a:t>
            </a:r>
          </a:p>
        </p:txBody>
      </p:sp>
      <p:sp>
        <p:nvSpPr>
          <p:cNvPr id="18" name="Text Box 736"/>
          <p:cNvSpPr txBox="1">
            <a:spLocks noChangeArrowheads="1"/>
          </p:cNvSpPr>
          <p:nvPr/>
        </p:nvSpPr>
        <p:spPr bwMode="auto">
          <a:xfrm>
            <a:off x="4902052" y="4350580"/>
            <a:ext cx="3991096" cy="397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8039" tIns="14019" rIns="28039" bIns="14019">
            <a:spAutoFit/>
          </a:bodyPr>
          <a:lstStyle>
            <a:lvl1pPr defTabSz="2794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2794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2794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2794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2794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279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279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279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279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146050" indent="-146050" algn="just" defTabSz="253956" eaLnBrk="1" fontAlgn="base" hangingPunct="1">
              <a:spcBef>
                <a:spcPct val="0"/>
              </a:spcBef>
              <a:spcAft>
                <a:spcPct val="0"/>
              </a:spcAft>
              <a:buFont typeface="Wingdings 3" pitchFamily="18" charset="2"/>
              <a:buChar char=""/>
            </a:pPr>
            <a:r>
              <a:rPr lang="fr-FR" sz="800" dirty="0">
                <a:latin typeface="Arial Narrow" panose="020B0606020202030204" pitchFamily="34" charset="0"/>
              </a:rPr>
              <a:t>Synthèse des compétences acquises.</a:t>
            </a:r>
          </a:p>
          <a:p>
            <a:pPr marL="146050" indent="-146050" algn="just" defTabSz="253956" eaLnBrk="1" fontAlgn="base" hangingPunct="1">
              <a:spcBef>
                <a:spcPct val="0"/>
              </a:spcBef>
              <a:spcAft>
                <a:spcPct val="0"/>
              </a:spcAft>
              <a:buFont typeface="Wingdings 3" pitchFamily="18" charset="2"/>
              <a:buChar char=""/>
            </a:pPr>
            <a:r>
              <a:rPr lang="fr-FR" sz="800" dirty="0">
                <a:latin typeface="Arial Narrow" panose="020B0606020202030204" pitchFamily="34" charset="0"/>
              </a:rPr>
              <a:t> </a:t>
            </a:r>
            <a:r>
              <a:rPr lang="fr-FR" sz="800" dirty="0">
                <a:latin typeface="Arial Narrow" panose="020B0606020202030204" pitchFamily="34" charset="0"/>
                <a:sym typeface="Wingdings" pitchFamily="2" charset="2"/>
              </a:rPr>
              <a:t>Valeur ajoutée de votre travail.</a:t>
            </a:r>
            <a:endParaRPr lang="fr-FR" sz="800" dirty="0">
              <a:latin typeface="Arial Narrow" panose="020B060602020203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fr-FR" sz="800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28107" y="4280332"/>
            <a:ext cx="8809491" cy="37965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870" tIns="8935" rIns="17870" bIns="8935" anchor="ctr"/>
          <a:lstStyle/>
          <a:p>
            <a:pPr algn="ctr" defTabSz="583113" fontAlgn="base">
              <a:spcBef>
                <a:spcPct val="0"/>
              </a:spcBef>
              <a:spcAft>
                <a:spcPct val="0"/>
              </a:spcAft>
              <a:defRPr/>
            </a:pPr>
            <a:endParaRPr lang="fr-FR">
              <a:solidFill>
                <a:srgbClr val="FFFFFF"/>
              </a:solidFill>
            </a:endParaRPr>
          </a:p>
        </p:txBody>
      </p:sp>
      <p:sp>
        <p:nvSpPr>
          <p:cNvPr id="20" name="Ellipse 19"/>
          <p:cNvSpPr/>
          <p:nvPr/>
        </p:nvSpPr>
        <p:spPr bwMode="auto">
          <a:xfrm>
            <a:off x="7865912" y="9371"/>
            <a:ext cx="1268860" cy="597232"/>
          </a:xfrm>
          <a:prstGeom prst="ellipse">
            <a:avLst/>
          </a:prstGeom>
          <a:solidFill>
            <a:schemeClr val="bg1"/>
          </a:solidFill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0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Arial Black" panose="020B0A04020102020204" pitchFamily="34" charset="0"/>
              </a:rPr>
              <a:t>Logo entreprise</a:t>
            </a:r>
            <a:endParaRPr kumimoji="0" lang="fr-FR" sz="1000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 Black" panose="020B0A04020102020204" pitchFamily="34" charset="0"/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268984" y="2745576"/>
            <a:ext cx="4303016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279400" fontAlgn="base">
              <a:spcBef>
                <a:spcPct val="0"/>
              </a:spcBef>
              <a:spcAft>
                <a:spcPct val="0"/>
              </a:spcAft>
            </a:pPr>
            <a:r>
              <a:rPr lang="fr-FR" sz="1300" dirty="0">
                <a:solidFill>
                  <a:srgbClr val="000066"/>
                </a:solidFill>
                <a:latin typeface="Impact" pitchFamily="34" charset="0"/>
              </a:rPr>
              <a:t>Travail réalisé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fr-FR" sz="400" dirty="0">
              <a:solidFill>
                <a:srgbClr val="000066"/>
              </a:solidFill>
              <a:latin typeface="Impact" pitchFamily="34" charset="0"/>
            </a:endParaRPr>
          </a:p>
          <a:p>
            <a:pPr marL="146050" indent="-146050" algn="just" defTabSz="253956" fontAlgn="base">
              <a:spcBef>
                <a:spcPct val="0"/>
              </a:spcBef>
              <a:spcAft>
                <a:spcPct val="0"/>
              </a:spcAft>
              <a:buFont typeface="Wingdings 3" pitchFamily="18" charset="2"/>
              <a:buChar char=""/>
            </a:pPr>
            <a:r>
              <a:rPr lang="fr-FR" sz="800" dirty="0">
                <a:latin typeface="Arial Narrow" panose="020B0606020202030204" pitchFamily="34" charset="0"/>
              </a:rPr>
              <a:t>Développement des solutions apportées en détaillant plus particulièrement une mission ou réalisation phare de votre projet.</a:t>
            </a:r>
          </a:p>
          <a:p>
            <a:pPr algn="just" defTabSz="253956" fontAlgn="base">
              <a:spcBef>
                <a:spcPct val="0"/>
              </a:spcBef>
              <a:spcAft>
                <a:spcPct val="0"/>
              </a:spcAft>
            </a:pPr>
            <a:endParaRPr lang="fr-FR" sz="200" dirty="0">
              <a:latin typeface="Arial Narrow" panose="020B0606020202030204" pitchFamily="34" charset="0"/>
            </a:endParaRPr>
          </a:p>
          <a:p>
            <a:pPr marL="146050" indent="-146050" algn="just" defTabSz="253956" fontAlgn="base">
              <a:spcBef>
                <a:spcPct val="0"/>
              </a:spcBef>
              <a:spcAft>
                <a:spcPct val="0"/>
              </a:spcAft>
              <a:buFont typeface="Wingdings 3" pitchFamily="18" charset="2"/>
              <a:buChar char=""/>
            </a:pPr>
            <a:r>
              <a:rPr lang="fr-FR" sz="800" dirty="0">
                <a:latin typeface="Arial Narrow" panose="020B0606020202030204" pitchFamily="34" charset="0"/>
              </a:rPr>
              <a:t>Il est important de détailler suffisamment le travail réalisé de sorte de pouvoir interpréter et discuter les résultats. </a:t>
            </a:r>
          </a:p>
          <a:p>
            <a:pPr marL="146050" indent="-146050" algn="just" defTabSz="253956" fontAlgn="base">
              <a:spcBef>
                <a:spcPct val="0"/>
              </a:spcBef>
              <a:spcAft>
                <a:spcPct val="0"/>
              </a:spcAft>
              <a:buFont typeface="Wingdings 3" pitchFamily="18" charset="2"/>
              <a:buChar char=""/>
            </a:pPr>
            <a:endParaRPr lang="fr-FR" sz="200" dirty="0">
              <a:latin typeface="Arial Narrow" panose="020B0606020202030204" pitchFamily="34" charset="0"/>
            </a:endParaRPr>
          </a:p>
          <a:p>
            <a:pPr marL="146050" indent="-146050" algn="just" defTabSz="253956" fontAlgn="base">
              <a:spcBef>
                <a:spcPct val="0"/>
              </a:spcBef>
              <a:spcAft>
                <a:spcPct val="0"/>
              </a:spcAft>
              <a:buFont typeface="Wingdings 3" pitchFamily="18" charset="2"/>
              <a:buChar char=""/>
            </a:pPr>
            <a:r>
              <a:rPr lang="fr-FR" sz="800" dirty="0">
                <a:latin typeface="Arial Narrow" panose="020B0606020202030204" pitchFamily="34" charset="0"/>
              </a:rPr>
              <a:t>L'analyse des résultats est un point clé qui a pour but de quantifier les performances et limites de l'approche proposée pour vérifier si cette approche répond ou non au besoin énoncé au lancement du projet</a:t>
            </a:r>
            <a:r>
              <a:rPr lang="fr-FR" sz="800" dirty="0" smtClean="0">
                <a:latin typeface="Arial Narrow" panose="020B0606020202030204" pitchFamily="34" charset="0"/>
              </a:rPr>
              <a:t>.</a:t>
            </a:r>
            <a:endParaRPr lang="fr-FR" sz="800" dirty="0">
              <a:latin typeface="Arial Narrow" panose="020B060602020203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429541" y="2122381"/>
            <a:ext cx="4752528" cy="251595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8306" tIns="29154" rIns="58306" bIns="29154" anchor="ctr"/>
          <a:lstStyle/>
          <a:p>
            <a:pPr algn="ctr" defTabSz="583113" fontAlgn="base">
              <a:spcBef>
                <a:spcPct val="0"/>
              </a:spcBef>
              <a:spcAft>
                <a:spcPct val="0"/>
              </a:spcAft>
            </a:pPr>
            <a:r>
              <a:rPr lang="fr-FR" sz="1100" b="1" i="1" dirty="0" smtClean="0">
                <a:solidFill>
                  <a:srgbClr val="00B0F0"/>
                </a:solidFill>
                <a:latin typeface="Arial Black" pitchFamily="34" charset="0"/>
                <a:cs typeface="Arial" charset="0"/>
              </a:rPr>
              <a:t>ILLUSTREZ VOTRE  POSTER : figures, photos, schémas, …          </a:t>
            </a:r>
            <a:endParaRPr lang="fr-FR" sz="1100" b="1" i="1" dirty="0">
              <a:solidFill>
                <a:srgbClr val="00B0F0"/>
              </a:solidFill>
              <a:latin typeface="Arial Black" pitchFamily="34" charset="0"/>
              <a:cs typeface="Arial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149337" y="2702719"/>
            <a:ext cx="5312937" cy="251595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8306" tIns="29154" rIns="58306" bIns="29154" anchor="ctr"/>
          <a:lstStyle/>
          <a:p>
            <a:pPr algn="ctr" defTabSz="583113" fontAlgn="base">
              <a:spcBef>
                <a:spcPct val="0"/>
              </a:spcBef>
              <a:spcAft>
                <a:spcPct val="0"/>
              </a:spcAft>
            </a:pPr>
            <a:r>
              <a:rPr lang="fr-FR" sz="1100" b="1" i="1" dirty="0" smtClean="0">
                <a:solidFill>
                  <a:srgbClr val="00B0F0"/>
                </a:solidFill>
                <a:latin typeface="Arial Black" pitchFamily="34" charset="0"/>
                <a:cs typeface="Arial" charset="0"/>
              </a:rPr>
              <a:t>LAISSEZ AU FORMAT PAYSAGE  ET AU FORMAT PPT OU PPTX         </a:t>
            </a:r>
            <a:endParaRPr lang="fr-FR" sz="1100" b="1" i="1" dirty="0">
              <a:solidFill>
                <a:srgbClr val="00B0F0"/>
              </a:solidFill>
              <a:latin typeface="Arial Black" pitchFamily="34" charset="0"/>
              <a:cs typeface="Arial" charset="0"/>
            </a:endParaRPr>
          </a:p>
        </p:txBody>
      </p:sp>
      <p:sp>
        <p:nvSpPr>
          <p:cNvPr id="25" name="Rectangle à coins arrondis 24"/>
          <p:cNvSpPr/>
          <p:nvPr/>
        </p:nvSpPr>
        <p:spPr bwMode="auto">
          <a:xfrm>
            <a:off x="5125417" y="3410132"/>
            <a:ext cx="3844079" cy="812861"/>
          </a:xfrm>
          <a:prstGeom prst="roundRect">
            <a:avLst/>
          </a:prstGeom>
          <a:solidFill>
            <a:schemeClr val="bg1"/>
          </a:solidFill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2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Arial Black" panose="020B0A04020102020204" pitchFamily="34" charset="0"/>
              </a:rPr>
              <a:t>Canevas poster stage 4GE – Peut</a:t>
            </a:r>
            <a:r>
              <a:rPr kumimoji="0" lang="fr-FR" sz="1200" b="0" i="0" u="none" strike="noStrike" cap="none" normalizeH="0" dirty="0" smtClean="0">
                <a:ln>
                  <a:noFill/>
                </a:ln>
                <a:solidFill>
                  <a:srgbClr val="00B0F0"/>
                </a:solidFill>
                <a:effectLst/>
                <a:latin typeface="Arial Black" panose="020B0A04020102020204" pitchFamily="34" charset="0"/>
              </a:rPr>
              <a:t> être adapté en fonction du sujet – A rendre au format PPT au secrétariat des stages avec copie à l’enseignant-tuteur</a:t>
            </a:r>
            <a:endParaRPr kumimoji="0" lang="fr-FR" sz="1200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48776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Nouvelle présentation">
  <a:themeElements>
    <a:clrScheme name="Nouvelle pré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Nouvelle présentation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Nouvelle pré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4660</TotalTime>
  <Words>274</Words>
  <Application>Microsoft Office PowerPoint</Application>
  <PresentationFormat>Affichage à l'écran (16:9)</PresentationFormat>
  <Paragraphs>36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11" baseType="lpstr">
      <vt:lpstr>ＭＳ Ｐゴシック</vt:lpstr>
      <vt:lpstr>Arial</vt:lpstr>
      <vt:lpstr>Arial Black</vt:lpstr>
      <vt:lpstr>Arial Narrow</vt:lpstr>
      <vt:lpstr>Calibri</vt:lpstr>
      <vt:lpstr>Impact</vt:lpstr>
      <vt:lpstr>Times</vt:lpstr>
      <vt:lpstr>Wingdings</vt:lpstr>
      <vt:lpstr>Wingdings 3</vt:lpstr>
      <vt:lpstr>1_Nouvelle présentation</vt:lpstr>
      <vt:lpstr>Présentation PowerPoint</vt:lpstr>
    </vt:vector>
  </TitlesOfParts>
  <Company>INSA_GE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Claude Richard</dc:creator>
  <cp:lastModifiedBy>Philippe DELACHARTRE</cp:lastModifiedBy>
  <cp:revision>266</cp:revision>
  <dcterms:created xsi:type="dcterms:W3CDTF">2012-11-14T17:08:49Z</dcterms:created>
  <dcterms:modified xsi:type="dcterms:W3CDTF">2017-03-16T14:16:15Z</dcterms:modified>
</cp:coreProperties>
</file>